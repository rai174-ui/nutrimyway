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NutriMyWay Portal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Members and Admin Settings</a:t>
            </a:r>
          </a:p>
          <a:p>
            <a:r>
              <a:t>Detailed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 Page: Features &amp;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Members page is the central hub for managing all members.</a:t>
            </a:r>
          </a:p>
          <a:p>
            <a:pPr lvl="1"/>
            <a:r>
              <a:t>Member Lookup &amp; Onboarding</a:t>
            </a:r>
          </a:p>
          <a:p>
            <a:pPr lvl="2"/>
            <a:r>
              <a:t>Search by Mobile, Email, or Membership No.</a:t>
            </a:r>
          </a:p>
          <a:p>
            <a:pPr lvl="2"/>
            <a:r>
              <a:t>Quick registration for new members directly from the interface.</a:t>
            </a:r>
          </a:p>
          <a:p>
            <a:pPr lvl="1"/>
            <a:r>
              <a:t>Health Records Tracking</a:t>
            </a:r>
          </a:p>
          <a:p>
            <a:pPr lvl="2"/>
            <a:r>
              <a:t>Logs Weight, BMI, Body Fat, Visceral Fat, and Muscle Mass.</a:t>
            </a:r>
          </a:p>
          <a:p>
            <a:pPr lvl="2"/>
            <a:r>
              <a:t>Includes Metabolic Age, BMR, and Resting Heart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 Page Screenshot</a:t>
            </a:r>
          </a:p>
        </p:txBody>
      </p:sp>
      <p:pic>
        <p:nvPicPr>
          <p:cNvPr id="3" name="Picture 2" descr="member-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7892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Settings: Features &amp;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Configures global settings and operational parameters for the center.</a:t>
            </a:r>
          </a:p>
          <a:p>
            <a:pPr lvl="1"/>
            <a:r>
              <a:t>Broadcast Settings</a:t>
            </a:r>
          </a:p>
          <a:p>
            <a:pPr lvl="2"/>
            <a:r>
              <a:t>Schedule automated announcements and messages to members.</a:t>
            </a:r>
          </a:p>
          <a:p>
            <a:pPr lvl="2"/>
            <a:r>
              <a:t>Manage retention periods and broadcast history.</a:t>
            </a:r>
          </a:p>
          <a:p>
            <a:pPr lvl="1"/>
            <a:r>
              <a:t>Flavour &amp; Inventory Management</a:t>
            </a:r>
          </a:p>
          <a:p>
            <a:pPr lvl="2"/>
            <a:r>
              <a:t>Configure active operational days (Mon-Sun).</a:t>
            </a:r>
          </a:p>
          <a:p>
            <a:pPr lvl="2"/>
            <a:r>
              <a:t>Define and manage units of measurement (g, kg, ml, pcs, etc.).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Settings Screenshot</a:t>
            </a:r>
          </a:p>
        </p:txBody>
      </p:sp>
      <p:pic>
        <p:nvPicPr>
          <p:cNvPr id="3" name="Picture 2" descr="admin-sett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786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Streamlined Member Management</a:t>
            </a:r>
          </a:p>
          <a:p>
            <a:pPr lvl="1"/>
            <a:r>
              <a:t>Provides easy access to health metrics and membership statuses.</a:t>
            </a:r>
          </a:p>
          <a:p>
            <a:r>
              <a:t>Efficient Center Operations</a:t>
            </a:r>
          </a:p>
          <a:p>
            <a:pPr lvl="1"/>
            <a:r>
              <a:t>Centralizes communication and inventory configurations.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